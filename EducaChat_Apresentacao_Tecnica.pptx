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stitutional/etep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114800"/>
            <a:ext cx="2194560" cy="219456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5" name="Image 0" descr="/home/claude/icons/comments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60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ACADÊMICO  ·  ADS + CIÊNCIA DA COMPUTAÇÃO  ·  ETEP 2026.2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EducaChat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estudos ancorado na BNCC e filtrado pela série do aluno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13232" y="5806440"/>
            <a:ext cx="128016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Reis (ADS)  ·  Marcus Paulo Pereira de Oliveira (Ciência da Computação)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técnica — status em 30/09/2026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EducaChat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icons/c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acadêmico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963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multidisciplinar (ADS e Ciência da Computação), com vocação para uso futuro em escolas — ainda sem escola parceira.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icons/comment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 de estudos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4963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alunos do 6º ao 9º ano nos 9 componentes da BNCC, citando as habilidades usadas.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/home/claude/icons/ba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879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entrega resposta pronta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tarefa, redação ou exercício pronto e orienta o aluno a fazer sozinho.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2062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/home/claude/icons/filt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1879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Restrito à série do aluno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vem do perfil do aluno, nunca da requisição; a busca só usa habilidades daquele ano.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 projeto endereça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generativa deu a estudantes acesso imediato a respostas —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isso trouxe um risco pedagógico.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898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Atalho para o resultado pronto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64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usada para obter a resposta final, sem passar pelo raciocínio — muitas vezes inadequada à série do aluno.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0507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fora da série do aluno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389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LLM genérico não sabe filtrar o que é apropriado para a etapa escolar de quem pergunta.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9784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5148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escolar pouco acessível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513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estudante tem acesso a apoio pedagógico individualizado fora da sala de aula.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2880360"/>
            <a:ext cx="4892040" cy="3209544"/>
          </a:xfrm>
          <a:prstGeom prst="roundRect">
            <a:avLst>
              <a:gd name="adj" fmla="val 2279"/>
            </a:avLst>
          </a:prstGeom>
          <a:solidFill>
            <a:srgbClr val="2034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315468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0" descr="/home/claude/icons/lightbulb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29184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772400" y="3154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Justificativa do projeto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88620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Acadêmica (ADS e CC):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engenharia de software e IA a um problema real de educação.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de qualidade e acesso ao conhecimento (alinhado ao ODS 4).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Guiar, não entregar a resposta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4832"/>
            <a:ext cx="914400" cy="914400"/>
          </a:xfrm>
          <a:prstGeom prst="ellipse">
            <a:avLst/>
          </a:prstGeom>
          <a:solidFill>
            <a:srgbClr val="16273B"/>
          </a:solidFill>
          <a:ln/>
        </p:spPr>
      </p:sp>
      <p:pic>
        <p:nvPicPr>
          <p:cNvPr id="6" name="Image 0" descr="/home/claude/icons/cap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86000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9933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2860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Desenvolver um assistente de estudos que responda com base nas habilidades da BNCC válidas para a série do aluno, lida do perfil autenticado — sem entregar trabalhos ou soluções prontas.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protótipo funcional (MVP) que: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4279392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icons/filter_1627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4074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4672" y="4937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 por série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" y="530352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só habilidades do ano do aluno: nenhuma de outra série nas 151 consultas.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15968" y="402336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0" y="4279392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/home/claude/icons/question_1627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44074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0" y="4937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Recusa trabalho pronto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530352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o estudo em vez de fazer a tarefa; pergunta não escolar é redirecionada.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83296" y="402336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21" name="Shape 16"/>
          <p:cNvSpPr/>
          <p:nvPr/>
        </p:nvSpPr>
        <p:spPr>
          <a:xfrm>
            <a:off x="8339328" y="4279392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icons/check_1627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44074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39328" y="4937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Cobre o Fundamental II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8339328" y="530352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 habilidades do 6º ao 9º ano, nos 9 componentes curriculares da BNCC.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protótipo em 4 regras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27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77440" y="2167128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icons/usergrad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312" y="2286000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8346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com série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informa a série (6º ao 9º) no cadastro; ela vai para o perfil e ele não pode trocá-la.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136392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8444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212080" y="216712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4" name="Image 1" descr="/home/claude/icons/fil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228600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84448" y="28346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filtrada por ano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84448" y="356616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recupera (RAG) as 5 habilidades mais próximas, só entre as válidas no ano do aluno.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971032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1792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273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1908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046720" y="2167128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2" descr="/home/claude/icons/question_1627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286000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19088" y="28346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Recusa trabalho pronto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419088" y="356616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na linguagem da série e cita os códigos BNCC; recusa "faz pra mim" e pergunta fora da escola.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805672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05256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25372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10881360" y="216712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8" name="Image 3" descr="/home/claude/icons/ba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2286000"/>
            <a:ext cx="265176" cy="26517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253728" y="28346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 antes do LLM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253728" y="356616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alguma habilidade recuperada for de outra série, o protótipo para sem chamar o modelo.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a série vem do perfil no banco (RLS), nunca do corpo da requisição — o LLM (OpenRouter) não sabe filtrar sozinho.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DO PROTÓTIPO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cobertos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do 6º ao 9º ano do Ensino Fundamental — 730 habilidades da BNCC, filtradas pela série do perfil.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0344A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29260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0" descr="/home/claude/icons/calculator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154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Matemática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0712" y="24231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0344A"/>
          </a:solidFill>
          <a:ln/>
        </p:spPr>
      </p:sp>
      <p:sp>
        <p:nvSpPr>
          <p:cNvPr id="11" name="Shape 8"/>
          <p:cNvSpPr/>
          <p:nvPr/>
        </p:nvSpPr>
        <p:spPr>
          <a:xfrm>
            <a:off x="4210812" y="29260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icons/language_1627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3154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 Portuguesa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72784" y="24231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0344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72884" y="29260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icons/flask_1627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3154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Ciências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134856" y="24231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0344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34956" y="29260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0" name="Image 3" descr="/home/claude/icons/globe_1627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31546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+ 6 componentes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Também: Arte, Educação Física, Ensino Religioso, Geografia, História e Língua Inglesa  ·  filtro pelo ano do aluno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tecnológica implementada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305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icons/vu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363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3 + TS + Pinia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21305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icons/pytho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2677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834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31363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 + FastAPI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7616" y="21305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/home/claud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677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834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/ série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8357616" y="31363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Auth + perfis (RLS)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/home/claude/icons/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920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da série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93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+ multilingual-e5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1879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4" descr="/home/claude/icons/clou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32511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1144" y="48920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4581144" y="5193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 — modelo ':free'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01584" y="3931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18795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1" name="Image 5" descr="/home/claude/icons/trello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32511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48920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projeto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8357616" y="5193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Trello (Kanban) + Git/GitHub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funcional da conversa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" y="2633472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icons/usergr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798064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série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 3)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880360"/>
            <a:ext cx="422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46070" y="237744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3417570" y="2633472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/home/claude/icons/pytho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62" y="279806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751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3751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JWT 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série do perfil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20590" y="2880360"/>
            <a:ext cx="422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43500" y="237744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4F6F8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0" y="2633472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8" name="Image 2" descr="/home/claude/icons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798064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3494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3494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habilidades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ano do aluno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018020" y="2880360"/>
            <a:ext cx="422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440930" y="237744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16273B"/>
          </a:solidFill>
          <a:ln/>
        </p:spPr>
      </p:sp>
      <p:sp>
        <p:nvSpPr>
          <p:cNvPr id="23" name="Shape 18"/>
          <p:cNvSpPr/>
          <p:nvPr/>
        </p:nvSpPr>
        <p:spPr>
          <a:xfrm>
            <a:off x="8012430" y="2633472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4" name="Image 3" descr="/home/claude/icons/cloud_1627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022" y="2798064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3237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53237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:free +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no prompt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15450" y="2880360"/>
            <a:ext cx="422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738360" y="237744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4F6F8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09860" y="2633472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0" name="Image 4" descr="/home/claude/icons/comment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452" y="2798064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2980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82980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 cita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códigos BNCC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34" name="Shape 27"/>
          <p:cNvSpPr/>
          <p:nvPr/>
        </p:nvSpPr>
        <p:spPr>
          <a:xfrm>
            <a:off x="777240" y="502920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5" name="Image 5" descr="/home/claude/icons/shield_16273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157216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08760" y="50749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usuário e série (RLS) ao lado do fluxo  ·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contas de teste, sem nome real nem dado sensível.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OpenRouter (modelo :free)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16273B"/>
          </a:solidFill>
          <a:ln/>
        </p:spPr>
      </p:sp>
      <p:pic>
        <p:nvPicPr>
          <p:cNvPr id="6" name="Image 0" descr="/home/claude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848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OpenRouter é um LLM geral — não é uma "IA escolar". Quem restringe a "só conteúdo da série" é o EducaChat.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318211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/home/claude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300984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1455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do plano free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51129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50 pedidos/dia e 20/min. Após crédito único de US$ 10: ~1000/dia.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29260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6428232" y="318211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5" name="Image 2" descr="/home/claude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3300984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31455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Suficiente para a disciplina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351129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Avaliação: 151 consultas × 2 condições = 302 chamadas; o harness salva e retoma no limite diário.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8006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804672" y="505663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0" name="Image 3" descr="/home/claude/icons/ba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175504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50200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fixo, não roteador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463040" y="538581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':free' fixo no .env (padrão: Llama 3.3 70B); sem o roteador aleatório 'openrouter/free'.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172200" y="48006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/>
        </p:spPr>
      </p:sp>
      <p:sp>
        <p:nvSpPr>
          <p:cNvPr id="24" name="Shape 18"/>
          <p:cNvSpPr/>
          <p:nvPr/>
        </p:nvSpPr>
        <p:spPr>
          <a:xfrm>
            <a:off x="6428232" y="505663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5" name="Image 4" descr="/home/claude/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5175504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86600" y="50200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 no protótipo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086600" y="538581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do aluno trafega pelo OpenRouter — sem nome real ou dado sensível; e-mail de teste.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cliente implementado, com retry e backoff — falta a chave real para rodar a avaliação.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PROJETO ESTÁ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atual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20344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icons/check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existe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Artigo: Fase 1 (02/09) e Fase 2 (09/09) entregues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BNCC: 1.304 habilidades extraídas e validadas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 habilidades do 6º ao 9º no Chroma (multilingual-e5)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× protótipo e 151 consultas de teste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com Supabase Auth; série só do perfil (RLS)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Vue 3: cadastro, login e chat com habilidades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testes no back-end e 18 no front, todos passando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532120" cy="4297680"/>
          </a:xfrm>
          <a:prstGeom prst="roundRect">
            <a:avLst>
              <a:gd name="adj" fmla="val 2128"/>
            </a:avLst>
          </a:prstGeom>
          <a:solidFill>
            <a:srgbClr val="0F1D2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/home/claude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1305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9516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falta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995160" y="2606040"/>
            <a:ext cx="4343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Supabase real, com o SQL aplicado e as chaves no .env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no OpenRouter (Quadro 1, métricas M1–M5)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manual cadastro → chat e teste de segurança real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usabilidade (SUS) no produto integrado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modos socráticos do plano — hoje há um modo único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○"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parceira — vocação futura, sem instituição definida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check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539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Configurar o Supabase e as chaves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774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projeto, aplicar 0001_perfis.sql, preencher o .env e fazer o fluxo cadastro → login → chat.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30555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icons/clou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427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2004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Rodar a avaliação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5661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 151 consultas × 2 condições no OpenRouter e métricas M1–M5 (Quadro 1) para o artigo.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49427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/home/claude/icons/pytho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314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389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Avaliar a usabilidade e fechar a Fase 3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7548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SUS no produto integrado e escrever resultados, devolutiva e considerações finais.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68299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/home/claude/icons/usergra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201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577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Buscar escola parceira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9436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 uma instituição para validar com alunos reais, com termo dos responsáveis e cláusulas da ANPD.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2926080"/>
            <a:ext cx="5943600" cy="5943600"/>
          </a:xfrm>
          <a:prstGeom prst="ellipse">
            <a:avLst/>
          </a:prstGeom>
          <a:solidFill>
            <a:srgbClr val="2034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" name="Image 0" descr="/home/claude/icons/comments_1627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972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520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sugestões são bem-vindas.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3232" y="5120640"/>
            <a:ext cx="128016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EducaChat  ·  Thiago Reis e Marcus Paulo Pereira de Oliveira  ·  ETEP 2026.2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stitutional/etep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2026-08-28T20:41:48Z</dcterms:created>
  <dcterms:modified xsi:type="dcterms:W3CDTF">2026-08-28T20:41:48Z</dcterms:modified>
</cp:coreProperties>
</file>